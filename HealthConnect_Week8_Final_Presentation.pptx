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0-7 days</c:v>
                  </c:pt>
                  <c:pt idx="1">
                    <c:v>8-14 days</c:v>
                  </c:pt>
                  <c:pt idx="2">
                    <c:v>15-30 days</c:v>
                  </c:pt>
                  <c:pt idx="3">
                    <c:v>31-60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27.81</c:v>
                </c:pt>
                <c:pt idx="1">
                  <c:v>33.55</c:v>
                </c:pt>
                <c:pt idx="2">
                  <c:v>43.21</c:v>
                </c:pt>
                <c:pt idx="3">
                  <c:v>60.49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Arial"/>
              </a:rPr>
              <a:t>No-Show Rate by Prior No-Shows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prior</c:v>
                  </c:pt>
                  <c:pt idx="1">
                    <c:v>1 prior</c:v>
                  </c:pt>
                  <c:pt idx="2">
                    <c:v>2 prior</c:v>
                  </c:pt>
                  <c:pt idx="3">
                    <c:v>3+ prior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43.51</c:v>
                </c:pt>
                <c:pt idx="1">
                  <c:v>53.49</c:v>
                </c:pt>
                <c:pt idx="2">
                  <c:v>59.36</c:v>
                </c:pt>
                <c:pt idx="3">
                  <c:v>68.82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 Clinic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— Final Report &amp; Decision Support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Experience Lab  |  Weeks 4–8  |  #AnalystLabAfrica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Patient Appointment Attendance Using Data and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loses nearly half its scheduled appointments to no-shows — wasting capacity, disrupting care, and increasing administrative burden.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project question: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can HealthConnect Clinic use data and AI to reduce missed appointments and improve the patient support experience?”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234440"/>
            <a:ext cx="4480560" cy="4114800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0" y="18288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48.46%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5,000 appointments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a No-Show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55280" y="3931920"/>
            <a:ext cx="2651760" cy="0"/>
          </a:xfrm>
          <a:prstGeom prst="line">
            <a:avLst/>
          </a:prstGeom>
          <a:noFill/>
          <a:ln w="12700">
            <a:solidFill>
              <a:srgbClr val="3D7A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41605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1,696 unique patients  •  18 variables  •  Jan 2025 – Jun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Weeks 4–7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dataset &amp; data dictionary; defined 5 business questions and 5 candidate KPIs.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KPIs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the data, ran full EDA, calculated all KPIs, built an initial dashboard.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Integration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tested top findings, found a compounding risk segment, exported validated features to Data Science.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4630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Refinement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063240"/>
            <a:ext cx="2148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Re-tested every Week 6 claim, caught and corrected a real error, validated the cross-track export with a live model comparison.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Booking Lead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strongest, statistically validated driver of no-shows (Cramer's V = 0.184, p &lt; 0.001)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0020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F2F6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286000"/>
            <a:ext cx="3566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 more than doubles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booking lead time grows — from 28% (booked within a week) to over 60% (booked 31-60 days out).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mid-point reminder — not just a day-before one — for any appointment booked more than 14 days in advance.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Finding: Prior No-Shows Compound With Lead Time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a history of no-shows AND a long lead time show the highest risk in the dataset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Image 0" descr="HealthConnect_Week6_Interac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394960" cy="3977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72200" y="5577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Week 6: the compounding effect wasn't visible when either factor was studied alone.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Is Part of the Deliverable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didn't just repeat Week 6 — it re-tested every claim, and found a real error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B2A5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(Week 6)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four tested variables are statistically significant.”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B2A5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0574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(Week 7)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the chi-square test on appointment_type: p = 0.104 — not significant.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B2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974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&amp; Re-exported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9184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fixed, dashboard rebuilt, and a corrected feature file re-issued to Data Science.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Validated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for the Week 7 appointment_type finding — grey bars are not statistically significant</a:t>
            </a:r>
            <a:endParaRPr lang="en-US" sz="1300" dirty="0"/>
          </a:p>
        </p:txBody>
      </p:sp>
      <p:pic>
        <p:nvPicPr>
          <p:cNvPr id="4" name="Image 0" descr="HealthConnect_Week8_Dashboard_Sli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417320"/>
            <a:ext cx="9784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HealthConnect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Lead-time-aware reminders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48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mid-point reminder for appointments booked 14+ days out — targets the single largest validated driver.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double-risk segment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488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3+ prior no-shows AND long lead times should get phone confirmation, not SMS.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reminder gap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891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72.7% of appointments get a reminder at all — fixing this is low-cost and immediate.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Deprioritise waiting time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891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twice (Week 5 &amp; 7) as not a meaningful driver — don't spend resources 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Contribution: Data Science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statistically validated, ranked feature list — chi-square tests, effect sizes, and logistic regression coefficients for every candidate feature.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rot="5400000">
            <a:off x="4160520" y="3154680"/>
            <a:ext cx="457200" cy="54864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371600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1031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top-3-feature model vs. a full 5-feature model on an identical train/test split to check if the ranking actually holds predictive value.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rot="5400000">
            <a:off x="8458200" y="3154680"/>
            <a:ext cx="457200" cy="548640"/>
          </a:xfrm>
          <a:prstGeom prst="triangle">
            <a:avLst/>
          </a:prstGeom>
          <a:solidFill>
            <a:srgbClr val="E8734A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0" y="1371600"/>
            <a:ext cx="2514600" cy="420624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0" y="16002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2194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0.662 (top-3) vs 0.662 (all 5)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01752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leaner model loses zero predictive power.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Limitations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concrete, low-cost interventions ready to pilot immediately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validated, evidence-backed feature set ready for predictive modelling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repeatable testing framework other tracks can reuse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findings are associational, not yet causal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3774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Smallest interaction segment (n=15) needs more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9260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Fictional dataset — needs validation on real clinic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12700">
            <a:solidFill>
              <a:srgbClr val="3D4E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Clinic Experience Lab  |  Data Analytics Track  |  AnalystLab Africa  |  #AnalystLabAfrica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2026-09-27T06:51:51Z</dcterms:created>
  <dcterms:modified xsi:type="dcterms:W3CDTF">2026-09-27T06:51:51Z</dcterms:modified>
</cp:coreProperties>
</file>